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AF1F24"/>
          </a:solidFill>
          <a:ln/>
        </p:spPr>
      </p:sp>
      <p:pic>
        <p:nvPicPr>
          <p:cNvPr id="4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11480"/>
            <a:ext cx="1828800" cy="7297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2194560"/>
            <a:ext cx="11155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曙光云产品能力汇报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502920" y="329184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通用 16:9 模板样例（无官方母版时的草稿）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02920" y="50292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  · 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AF1F24"/>
          </a:solidFill>
          <a:ln/>
        </p:spPr>
      </p:sp>
      <p:pic>
        <p:nvPicPr>
          <p:cNvPr id="3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20040"/>
            <a:ext cx="1463040" cy="58381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41148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目录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105156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1.  背景与目标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2.  核心能力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3.  落地进展</a:t>
            </a:r>
            <a:endParaRPr lang="en-US" sz="2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0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4.  下一步计划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2 / 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AF1F24"/>
          </a:solidFill>
          <a:ln/>
        </p:spPr>
      </p:sp>
      <p:pic>
        <p:nvPicPr>
          <p:cNvPr id="3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20040"/>
            <a:ext cx="1463040" cy="58381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36576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核心能力已覆盖算力调度与运维闭环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10789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统一纳管异构算力资源，支持按项目配额与审计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监控告警与工单闭环，平均故障响应时长下降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提供标准 API，便于业务系统集成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502920" y="5623560"/>
            <a:ext cx="11155680" cy="640080"/>
          </a:xfrm>
          <a:prstGeom prst="roundRect">
            <a:avLst>
              <a:gd name="adj" fmla="val 11429"/>
            </a:avLst>
          </a:prstGeom>
          <a:solidFill>
            <a:srgbClr val="F4F4F5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数据为样例占位，正式汇报请替换为真实指标。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3 / 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AF1F24"/>
          </a:solidFill>
          <a:ln/>
        </p:spPr>
      </p:sp>
      <p:pic>
        <p:nvPicPr>
          <p:cNvPr id="3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0" y="320040"/>
            <a:ext cx="1463040" cy="58381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365760"/>
            <a:ext cx="9418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本季度三项落地进展按期完成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10789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完成重点客户试点环境交付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内网技能与品牌规范可版本化复用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培训材料与操作手册已归档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4 / 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1695" cy="182880"/>
          </a:xfrm>
          <a:prstGeom prst="rect">
            <a:avLst/>
          </a:prstGeom>
          <a:solidFill>
            <a:srgbClr val="AF1F24"/>
          </a:solidFill>
          <a:ln/>
        </p:spPr>
      </p:sp>
      <p:pic>
        <p:nvPicPr>
          <p:cNvPr id="4" name="Image 0" descr="/workspace/test02-work/repo/skills/sugon-ppt-template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828800"/>
            <a:ext cx="1645920" cy="6567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301752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1717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谢谢 · 请指正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曙光云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649224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内部资料 · 注意保密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10515600" y="6492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252"/>
                </a:solidFill>
                <a:latin typeface="Source Han Sans SC" pitchFamily="34" charset="0"/>
                <a:ea typeface="Source Han Sans SC" pitchFamily="34" charset="-122"/>
                <a:cs typeface="Source Han Sans SC" pitchFamily="34" charset="-120"/>
              </a:rPr>
              <a:t>5 / 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曙光云产品能力汇报</dc:title>
  <dc:subject>sugon-ppt-template sample</dc:subject>
  <dc:creator>Sugon Cloud SkillUI</dc:creator>
  <cp:lastModifiedBy>Sugon Cloud SkillUI</cp:lastModifiedBy>
  <cp:revision>1</cp:revision>
  <dcterms:created xsi:type="dcterms:W3CDTF">2026-10-10T03:45:51Z</dcterms:created>
  <dcterms:modified xsi:type="dcterms:W3CDTF">2026-10-10T03:45:51Z</dcterms:modified>
</cp:coreProperties>
</file>