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1480"/>
            <a:ext cx="1874520" cy="7480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2148840"/>
            <a:ext cx="110029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曙光云算力与运维能力汇报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94360" y="3337560"/>
            <a:ext cx="2560320" cy="411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3566160"/>
            <a:ext cx="93525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面向政企客户的交付进展与下一步计划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94360" y="598932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   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目录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94360" y="1051560"/>
            <a:ext cx="219456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41732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554480" y="141732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背景与目标已经对齐重点客户诉求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554480" y="2075688"/>
            <a:ext cx="9905695" cy="9144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237744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1554480" y="237744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核心能力覆盖调度、监控与集成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554480" y="3035808"/>
            <a:ext cx="9905695" cy="9144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333756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554480" y="333756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本季度三项落地按期完成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554480" y="3995928"/>
            <a:ext cx="9905695" cy="9144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429768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1554480" y="429768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下一步聚焦规模化与规范沉淀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219456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94360" y="2971800"/>
            <a:ext cx="82522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能力与进展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3749040"/>
            <a:ext cx="164592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统一调度已打通异构算力纳管与配额审计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94360" y="1051560"/>
            <a:ext cx="219456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" y="1371600"/>
            <a:ext cx="11002975" cy="3977640"/>
          </a:xfrm>
          <a:prstGeom prst="roundRect">
            <a:avLst>
              <a:gd name="adj" fmla="val 2299"/>
            </a:avLst>
          </a:prstGeom>
          <a:solidFill>
            <a:srgbClr val="F4F4F5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1737360"/>
            <a:ext cx="101800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1.  按项目配额与审计追踪，满足内控与合规要求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2.  监控告警接入工单闭环，故障响应路径可度量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3.  对外开放标准 API，业务系统可按周迭代接入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47548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指标为样例占位，正式稿请替换为真实数据。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试点交付与规范沉淀同步推进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94360" y="1051560"/>
            <a:ext cx="219456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" y="1371600"/>
            <a:ext cx="5318608" cy="4023360"/>
          </a:xfrm>
          <a:prstGeom prst="roundRect">
            <a:avLst>
              <a:gd name="adj" fmla="val 2273"/>
            </a:avLst>
          </a:prstGeom>
          <a:solidFill>
            <a:srgbClr val="F4F4F5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1737360"/>
            <a:ext cx="82296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874520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试点交付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2514600"/>
            <a:ext cx="467852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重点客户环境已上线试运行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操作手册与培训材料完成归档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78728" y="1371600"/>
            <a:ext cx="5318608" cy="4023360"/>
          </a:xfrm>
          <a:prstGeom prst="roundRect">
            <a:avLst>
              <a:gd name="adj" fmla="val 2273"/>
            </a:avLst>
          </a:prstGeom>
          <a:solidFill>
            <a:srgbClr val="F4F4F5"/>
          </a:solidFill>
          <a:ln/>
        </p:spPr>
      </p:sp>
      <p:sp>
        <p:nvSpPr>
          <p:cNvPr id="11" name="Shape 8"/>
          <p:cNvSpPr/>
          <p:nvPr/>
        </p:nvSpPr>
        <p:spPr>
          <a:xfrm>
            <a:off x="6598768" y="1737360"/>
            <a:ext cx="82296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12" name="Text 9"/>
          <p:cNvSpPr/>
          <p:nvPr/>
        </p:nvSpPr>
        <p:spPr>
          <a:xfrm>
            <a:off x="6598768" y="1874520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规范沉淀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98768" y="2514600"/>
            <a:ext cx="467852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品牌与 logo 规则可版本化安装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汇报模板统一 16:9 与识别色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三项关键结果支撑本轮汇报结论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94360" y="1051560"/>
            <a:ext cx="2194560" cy="32004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" y="18288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F4F4F5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33172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36118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重点试点已交付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83938" y="18288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4566818" y="233172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612538" y="36118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可安装品牌技能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173517" y="18288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F4F4F5"/>
          </a:solidFill>
          <a:ln/>
        </p:spPr>
      </p:sp>
      <p:sp>
        <p:nvSpPr>
          <p:cNvPr id="13" name="Text 10"/>
          <p:cNvSpPr/>
          <p:nvPr/>
        </p:nvSpPr>
        <p:spPr>
          <a:xfrm>
            <a:off x="8356397" y="233172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16:9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8402117" y="36118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统一汇报画幅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1965960"/>
            <a:ext cx="1737360" cy="693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306324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谢谢 · 请指正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364328" y="3840480"/>
            <a:ext cx="146304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411480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466344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联系人 / 邮箱（请替换）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曙光云算力与运维能力汇报</dc:title>
  <dc:subject>sugon-ppt-template redesigned sample</dc:subject>
  <dc:creator>Sugon Cloud SkillUI</dc:creator>
  <cp:lastModifiedBy>Sugon Cloud SkillUI</cp:lastModifiedBy>
  <cp:revision>1</cp:revision>
  <dcterms:created xsi:type="dcterms:W3CDTF">2026-10-10T03:59:41Z</dcterms:created>
  <dcterms:modified xsi:type="dcterms:W3CDTF">2026-10-10T03:59:41Z</dcterms:modified>
</cp:coreProperties>
</file>